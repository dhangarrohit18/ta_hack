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Brick Sans" panose="020B0604020202020204" charset="0"/>
      <p:regular r:id="rId9"/>
    </p:embeddedFont>
    <p:embeddedFont>
      <p:font typeface="Calibri (MS)" panose="020B0604020202020204" charset="0"/>
      <p:regular r:id="rId10"/>
    </p:embeddedFont>
    <p:embeddedFont>
      <p:font typeface="Montserrat Bold" panose="020B0604020202020204" charset="0"/>
      <p:regular r:id="rId11"/>
    </p:embeddedFont>
    <p:embeddedFont>
      <p:font typeface="Times New Roman Bold" panose="02020803070505020304" pitchFamily="18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230616" y="457152"/>
            <a:ext cx="6509109" cy="1283094"/>
            <a:chOff x="0" y="0"/>
            <a:chExt cx="8678812" cy="1710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78799" cy="1710817"/>
            </a:xfrm>
            <a:custGeom>
              <a:avLst/>
              <a:gdLst/>
              <a:ahLst/>
              <a:cxnLst/>
              <a:rect l="l" t="t" r="r" b="b"/>
              <a:pathLst>
                <a:path w="8678799" h="1710817">
                  <a:moveTo>
                    <a:pt x="0" y="0"/>
                  </a:moveTo>
                  <a:lnTo>
                    <a:pt x="8678799" y="0"/>
                  </a:lnTo>
                  <a:lnTo>
                    <a:pt x="8678799" y="1710817"/>
                  </a:lnTo>
                  <a:lnTo>
                    <a:pt x="0" y="1710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777" b="-4877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108919" y="457152"/>
            <a:ext cx="8070162" cy="1433936"/>
            <a:chOff x="0" y="0"/>
            <a:chExt cx="10760215" cy="19119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0209" cy="1911920"/>
            </a:xfrm>
            <a:custGeom>
              <a:avLst/>
              <a:gdLst/>
              <a:ahLst/>
              <a:cxnLst/>
              <a:rect l="l" t="t" r="r" b="b"/>
              <a:pathLst>
                <a:path w="10760209" h="1911920">
                  <a:moveTo>
                    <a:pt x="0" y="0"/>
                  </a:moveTo>
                  <a:lnTo>
                    <a:pt x="10760209" y="0"/>
                  </a:lnTo>
                  <a:lnTo>
                    <a:pt x="10760209" y="1911920"/>
                  </a:lnTo>
                  <a:lnTo>
                    <a:pt x="0" y="1911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3610" r="19343" b="-3328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0760215" cy="1978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78"/>
                </a:lnSpc>
              </a:pPr>
              <a:r>
                <a:rPr lang="en-US" sz="6398">
                  <a:solidFill>
                    <a:srgbClr val="00206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TESSERACT ‘26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755685" cy="2135534"/>
            <a:chOff x="0" y="0"/>
            <a:chExt cx="2070418" cy="25183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70354" cy="2518410"/>
            </a:xfrm>
            <a:custGeom>
              <a:avLst/>
              <a:gdLst/>
              <a:ahLst/>
              <a:cxnLst/>
              <a:rect l="l" t="t" r="r" b="b"/>
              <a:pathLst>
                <a:path w="2070354" h="2518410">
                  <a:moveTo>
                    <a:pt x="0" y="0"/>
                  </a:moveTo>
                  <a:lnTo>
                    <a:pt x="2070354" y="0"/>
                  </a:lnTo>
                  <a:lnTo>
                    <a:pt x="2070354" y="2518410"/>
                  </a:lnTo>
                  <a:lnTo>
                    <a:pt x="0" y="2518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817" r="-10821" b="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357995" y="9619764"/>
            <a:ext cx="4749079" cy="547688"/>
            <a:chOff x="0" y="0"/>
            <a:chExt cx="6332106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32093" cy="730250"/>
            </a:xfrm>
            <a:custGeom>
              <a:avLst/>
              <a:gdLst/>
              <a:ahLst/>
              <a:cxnLst/>
              <a:rect l="l" t="t" r="r" b="b"/>
              <a:pathLst>
                <a:path w="6332093" h="730250">
                  <a:moveTo>
                    <a:pt x="0" y="0"/>
                  </a:moveTo>
                  <a:lnTo>
                    <a:pt x="6332093" y="0"/>
                  </a:lnTo>
                  <a:lnTo>
                    <a:pt x="6332093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39" b="-11883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819152" y="1862513"/>
            <a:ext cx="464969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7843" y="3361040"/>
            <a:ext cx="16524086" cy="5061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4151" lvl="1" indent="-362076" algn="l">
              <a:lnSpc>
                <a:spcPts val="3622"/>
              </a:lnSpc>
              <a:buFont typeface="Arial"/>
              <a:buChar char="•"/>
            </a:pP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Problem Statement Title -</a:t>
            </a:r>
          </a:p>
          <a:p>
            <a:pPr algn="l">
              <a:lnSpc>
                <a:spcPts val="3622"/>
              </a:lnSpc>
            </a:pP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724151" lvl="1" indent="-362076" algn="l">
              <a:lnSpc>
                <a:spcPts val="3622"/>
              </a:lnSpc>
              <a:buFont typeface="Arial"/>
              <a:buChar char="•"/>
            </a:pP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Track -</a:t>
            </a:r>
          </a:p>
          <a:p>
            <a:pPr algn="l">
              <a:lnSpc>
                <a:spcPts val="3622"/>
              </a:lnSpc>
            </a:pP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724151" lvl="1" indent="-362076" algn="l">
              <a:lnSpc>
                <a:spcPts val="3622"/>
              </a:lnSpc>
              <a:buFont typeface="Arial"/>
              <a:buChar char="•"/>
            </a:pP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Problem Statement ID-</a:t>
            </a:r>
          </a:p>
          <a:p>
            <a:pPr algn="l">
              <a:lnSpc>
                <a:spcPts val="3622"/>
              </a:lnSpc>
            </a:pP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724151" lvl="1" indent="-362076" algn="l">
              <a:lnSpc>
                <a:spcPts val="3622"/>
              </a:lnSpc>
              <a:buFont typeface="Arial"/>
              <a:buChar char="•"/>
            </a:pP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Team Name-</a:t>
            </a:r>
          </a:p>
          <a:p>
            <a:pPr algn="l">
              <a:lnSpc>
                <a:spcPts val="3622"/>
              </a:lnSpc>
            </a:pP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724151" lvl="1" indent="-362076" algn="l">
              <a:lnSpc>
                <a:spcPts val="3622"/>
              </a:lnSpc>
              <a:buFont typeface="Arial"/>
              <a:buChar char="•"/>
            </a:pP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Team Members- </a:t>
            </a:r>
            <a:r>
              <a:rPr lang="en-US" sz="3354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team member1, team member2, ..</a:t>
            </a: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.</a:t>
            </a:r>
          </a:p>
          <a:p>
            <a:pPr algn="l">
              <a:lnSpc>
                <a:spcPts val="3622"/>
              </a:lnSpc>
            </a:pP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algn="l">
              <a:lnSpc>
                <a:spcPts val="3622"/>
              </a:lnSpc>
            </a:pP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7780" y="2713010"/>
            <a:ext cx="15971520" cy="3506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Proposed Solution (Describe your Idea/Solution/Prototype)</a:t>
            </a:r>
          </a:p>
          <a:p>
            <a:pPr algn="l">
              <a:lnSpc>
                <a:spcPts val="4560"/>
              </a:lnSpc>
            </a:pPr>
            <a:endParaRPr lang="en-US" sz="3800" b="1" u="sng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Detailed explanation of the proposed solution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How it addresses the problem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Innovation and uniqueness of the solution </a:t>
            </a:r>
          </a:p>
          <a:p>
            <a:pPr marL="458471" lvl="1" indent="-229236" algn="l">
              <a:lnSpc>
                <a:spcPts val="4560"/>
              </a:lnSpc>
            </a:pPr>
            <a:endParaRPr lang="en-US" sz="3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819152" y="609600"/>
            <a:ext cx="4649695" cy="7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IDEA TITLE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Team Name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840107" y="9711459"/>
            <a:ext cx="2607786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@sig_realityspectra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59247" y="695325"/>
            <a:ext cx="9769507" cy="7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TECHNICAL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4494" y="2735325"/>
            <a:ext cx="14706581" cy="409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60"/>
              </a:lnSpc>
            </a:pPr>
            <a:r>
              <a:rPr lang="en-US" sz="3800" b="1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Technologies Involved </a:t>
            </a:r>
          </a:p>
          <a:p>
            <a:pPr algn="just">
              <a:lnSpc>
                <a:spcPts val="4560"/>
              </a:lnSpc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(Programming languages, frameworks, tools, hardware, cloud services, etc.)</a:t>
            </a:r>
          </a:p>
          <a:p>
            <a:pPr algn="just">
              <a:lnSpc>
                <a:spcPts val="4560"/>
              </a:lnSpc>
            </a:pPr>
            <a:endParaRPr lang="en-US" sz="38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just">
              <a:lnSpc>
                <a:spcPts val="4560"/>
              </a:lnSpc>
            </a:pPr>
            <a:r>
              <a:rPr lang="en-US" sz="3800" b="1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Implementation Methodology</a:t>
            </a:r>
          </a:p>
          <a:p>
            <a:pPr marL="868682" lvl="2" indent="-289561" algn="just">
              <a:lnSpc>
                <a:spcPts val="456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Development workflow and architecture</a:t>
            </a:r>
          </a:p>
          <a:p>
            <a:pPr marL="868682" lvl="2" indent="-289561" algn="just">
              <a:lnSpc>
                <a:spcPts val="456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Process diagrams / flowcharts</a:t>
            </a:r>
          </a:p>
          <a:p>
            <a:pPr marL="868682" lvl="2" indent="-289561" algn="just">
              <a:lnSpc>
                <a:spcPts val="456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Screenshots or working prototype visuals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Team Name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2950" y="695325"/>
            <a:ext cx="10402100" cy="7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FEASIBILITY AND VIABILITY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36110" y="2849196"/>
            <a:ext cx="14706581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the feasibility of the idea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Potential challenges and risks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Strategies for overcoming these challenges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Team Name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2950" y="695325"/>
            <a:ext cx="10402100" cy="7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IMPACTS &amp; BENEFITS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000027"/>
            <a:ext cx="1527809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Potential impact on the target audience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Benefits of the solution (social, economic, environmental, etc.)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Team Name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2950" y="771525"/>
            <a:ext cx="10402100" cy="81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5400" b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RESEARCH  AND 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44724" y="2769078"/>
            <a:ext cx="11082020" cy="556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Details / Links of the reference and research work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6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Team Name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2950" y="750580"/>
            <a:ext cx="10402100" cy="7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IMPORTANT INSTRUCTIONS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24150"/>
            <a:ext cx="16230600" cy="423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015" lvl="1" indent="-187007" algn="just">
              <a:lnSpc>
                <a:spcPts val="3347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Kindly keep the maximum slides limit up to six </a:t>
            </a:r>
            <a:r>
              <a:rPr lang="en-US" sz="3099">
                <a:solidFill>
                  <a:srgbClr val="C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(7). </a:t>
            </a: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 Including the title slide) </a:t>
            </a:r>
          </a:p>
          <a:p>
            <a:pPr marL="374015" lvl="1" indent="-187007" algn="just">
              <a:lnSpc>
                <a:spcPts val="3347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Try to avoid paragraphs and post your idea in points /diagrams / Infographics /pictures </a:t>
            </a:r>
          </a:p>
          <a:p>
            <a:pPr marL="374015" lvl="1" indent="-187007" algn="just">
              <a:lnSpc>
                <a:spcPts val="3347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Keep your explanation precise and easy to understand</a:t>
            </a:r>
          </a:p>
          <a:p>
            <a:pPr marL="374015" lvl="1" indent="-187007" algn="just">
              <a:lnSpc>
                <a:spcPts val="3347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Idea should be unique and novel. </a:t>
            </a:r>
          </a:p>
          <a:p>
            <a:pPr marL="374015" lvl="1" indent="-187007" algn="just">
              <a:lnSpc>
                <a:spcPts val="3347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You can only use provided template for making the PPT without changing the idea details pointers (mentioned in previous slides).</a:t>
            </a:r>
          </a:p>
          <a:p>
            <a:pPr marL="374015" lvl="1" indent="-187007" algn="just">
              <a:lnSpc>
                <a:spcPts val="3347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You need to save the file in PDF and upload the same. No PPT, Word Doc or any other format will be supported.</a:t>
            </a:r>
          </a:p>
          <a:p>
            <a:pPr marL="374015" lvl="1" indent="-187007" algn="just">
              <a:lnSpc>
                <a:spcPts val="3347"/>
              </a:lnSpc>
            </a:pPr>
            <a:endParaRPr lang="en-US" sz="3099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374015" lvl="1" indent="-187007" algn="just">
              <a:lnSpc>
                <a:spcPts val="3347"/>
              </a:lnSpc>
            </a:pPr>
            <a:r>
              <a:rPr lang="en-US" sz="3099">
                <a:solidFill>
                  <a:srgbClr val="C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Note - You can delete this slide (Important Pointers) before uploading onto the final submission form.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7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Team Name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307</Words>
  <Application>Microsoft Office PowerPoint</Application>
  <PresentationFormat>Custom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Calibri (MS)</vt:lpstr>
      <vt:lpstr>Brick Sans</vt:lpstr>
      <vt:lpstr>Montserrat Bold</vt:lpstr>
      <vt:lpstr>Times New Roman Bold</vt:lpstr>
      <vt:lpstr>Calibri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TESSERACT_PPT_TEMPLATE.pptx</dc:title>
  <dc:creator>Admin</dc:creator>
  <cp:lastModifiedBy>Sai Bhosale</cp:lastModifiedBy>
  <cp:revision>2</cp:revision>
  <dcterms:created xsi:type="dcterms:W3CDTF">2006-08-16T00:00:00Z</dcterms:created>
  <dcterms:modified xsi:type="dcterms:W3CDTF">2026-03-19T18:20:54Z</dcterms:modified>
  <dc:identifier>DAHEaEQps5I</dc:identifier>
</cp:coreProperties>
</file>
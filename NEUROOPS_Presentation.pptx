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457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4400">
                <a:latin typeface="Stencil"/>
              </a:defRPr>
            </a:pPr>
            <a:r>
              <a:t>TESSERACT '26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3200"/>
            </a:pPr>
            <a:r>
              <a:t>TITLE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2400"/>
            </a:pPr>
            <a:r>
              <a:t>Problem Statement Title - Autonomous IT: Rethinking the Future of Self-Managing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1800"/>
            </a:pPr>
            <a:r>
              <a:t>• Track – AI/ML</a:t>
            </a:r>
          </a:p>
          <a:p>
            <a:pPr>
              <a:spcAft>
                <a:spcPts val="1000"/>
              </a:spcAft>
              <a:defRPr sz="1800"/>
            </a:pPr>
            <a:r>
              <a:t>• Problem Statement ID - 2</a:t>
            </a:r>
          </a:p>
          <a:p>
            <a:pPr>
              <a:spcAft>
                <a:spcPts val="1000"/>
              </a:spcAft>
              <a:defRPr sz="1800"/>
            </a:pPr>
            <a:r>
              <a:t>• Team Name- Akatsuki</a:t>
            </a:r>
          </a:p>
          <a:p>
            <a:pPr>
              <a:spcAft>
                <a:spcPts val="1000"/>
              </a:spcAft>
              <a:defRPr sz="1800"/>
            </a:pPr>
            <a:r>
              <a:t>• Team Members- Rohit Dhangar, Sham Patil, Harsh Shinde, Prince Vallecha, Aditya Bora</a:t>
            </a:r>
          </a:p>
        </p:txBody>
      </p:sp>
      <p:sp>
        <p:nvSpPr>
          <p:cNvPr id="6" name="Octagon 5"/>
          <p:cNvSpPr/>
          <p:nvPr/>
        </p:nvSpPr>
        <p:spPr>
          <a:xfrm>
            <a:off x="0" y="6492240"/>
            <a:ext cx="9144000" cy="365760"/>
          </a:xfrm>
          <a:prstGeom prst="octagon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4000"/>
            </a:pPr>
            <a:r>
              <a:t>NEUROOPS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u="sng" sz="2000"/>
            </a:pPr>
            <a:r>
              <a:t>Proposed Solution (Describe your Idea/Solution/Prototype)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• NEUROOPS AI is a security-first autonomous IT system that protects infrastructure from development to runtime</a:t>
            </a:r>
          </a:p>
          <a:p>
            <a:pPr>
              <a:spcAft>
                <a:spcPts val="800"/>
              </a:spcAft>
              <a:defRPr sz="1600"/>
            </a:pPr>
            <a:r>
              <a:t>• Detects vulnerabilities before deployment (SQL injection, secrets, unsafe code)</a:t>
            </a:r>
          </a:p>
          <a:p>
            <a:pPr>
              <a:spcAft>
                <a:spcPts val="800"/>
              </a:spcAft>
              <a:defRPr sz="1600"/>
            </a:pPr>
            <a:r>
              <a:t>• Monitors system behavior using ML to identify real-time threats (DDoS, brute-force, abnormal traffic)</a:t>
            </a:r>
          </a:p>
          <a:p>
            <a:pPr>
              <a:spcAft>
                <a:spcPts val="800"/>
              </a:spcAft>
              <a:defRPr sz="1600"/>
            </a:pPr>
            <a:r>
              <a:t>• Automatically responds with zero human intervention (block IPs, rate limit, isolate services)</a:t>
            </a:r>
          </a:p>
          <a:p>
            <a:pPr>
              <a:spcAft>
                <a:spcPts val="800"/>
              </a:spcAft>
              <a:defRPr sz="1600"/>
            </a:pPr>
            <a:r>
              <a:t>• Ensures self-healing, auto-scaling, and SLA maintenance</a:t>
            </a:r>
          </a:p>
          <a:p>
            <a:pPr>
              <a:spcAft>
                <a:spcPts val="800"/>
              </a:spcAft>
              <a:defRPr sz="1600"/>
            </a:pPr>
            <a:r>
              <a:t>• Provides explainable AI decisions for transparency</a:t>
            </a:r>
          </a:p>
          <a:p>
            <a:pPr>
              <a:spcAft>
                <a:spcPts val="800"/>
              </a:spcAft>
              <a:defRPr sz="1600"/>
            </a:pPr>
            <a:r>
              <a:t>• Combines DevSecOps + Runtime Defense inspired by a human immune system</a:t>
            </a:r>
          </a:p>
        </p:txBody>
      </p:sp>
      <p:sp>
        <p:nvSpPr>
          <p:cNvPr id="5" name="Octagon 4"/>
          <p:cNvSpPr/>
          <p:nvPr/>
        </p:nvSpPr>
        <p:spPr>
          <a:xfrm>
            <a:off x="0" y="6492240"/>
            <a:ext cx="9144000" cy="365760"/>
          </a:xfrm>
          <a:prstGeom prst="octagon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3600"/>
            </a:pPr>
            <a:r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/>
            </a:pPr>
            <a:r>
              <a:t>Technologies Involved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/>
            </a:pPr>
            <a:r>
              <a:t>  - Backend: Python (FastAPI)</a:t>
            </a:r>
          </a:p>
          <a:p>
            <a:pPr>
              <a:defRPr sz="1400"/>
            </a:pPr>
            <a:r>
              <a:t>  - AI/ML: Scikit-learn (Anomaly Detection), PyTorch</a:t>
            </a:r>
          </a:p>
          <a:p>
            <a:pPr>
              <a:defRPr sz="1400"/>
            </a:pPr>
            <a:r>
              <a:t>  - DevOps: Docker, Kubernetes</a:t>
            </a:r>
          </a:p>
          <a:p>
            <a:pPr>
              <a:defRPr sz="1400"/>
            </a:pPr>
            <a:r>
              <a:t>  - Monitoring: Prometheus, Grafana</a:t>
            </a:r>
          </a:p>
          <a:p>
            <a:pPr>
              <a:defRPr sz="1400"/>
            </a:pPr>
            <a:r>
              <a:t>  - Frontend: React (Dashboard UI)</a:t>
            </a:r>
          </a:p>
          <a:p>
            <a:pPr>
              <a:defRPr sz="1400"/>
            </a:pPr>
            <a:r>
              <a:t>  - AI Agents / Logic: LangChain / Rule-based Engine</a:t>
            </a:r>
          </a:p>
          <a:p>
            <a:pPr>
              <a:defRPr sz="1400"/>
            </a:pPr>
            <a:r>
              <a:t>  - Cloud: AWS / GCP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/>
            </a:pPr>
            <a:r>
              <a:t>Implementation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o Development workflow and architecture</a:t>
            </a:r>
          </a:p>
          <a:p>
            <a:pPr>
              <a:defRPr sz="1600"/>
            </a:pPr>
            <a:r>
              <a:t>o Process diagrams / flowcharts</a:t>
            </a:r>
          </a:p>
          <a:p>
            <a:pPr>
              <a:defRPr sz="1600"/>
            </a:pPr>
            <a:r>
              <a:t>o Screenshots or working prototype visuals</a:t>
            </a:r>
          </a:p>
        </p:txBody>
      </p:sp>
      <p:sp>
        <p:nvSpPr>
          <p:cNvPr id="7" name="Octagon 6"/>
          <p:cNvSpPr/>
          <p:nvPr/>
        </p:nvSpPr>
        <p:spPr>
          <a:xfrm>
            <a:off x="0" y="6492240"/>
            <a:ext cx="9144000" cy="365760"/>
          </a:xfrm>
          <a:prstGeom prst="octagon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457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3600"/>
            </a:pPr>
            <a:r>
              <a:t>FEASIBILITY AND VIABILITY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772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0"/>
              </a:spcAft>
              <a:defRPr sz="2200"/>
            </a:pPr>
            <a:r>
              <a:t>• Analysis of the feasibility of the idea</a:t>
            </a:r>
          </a:p>
          <a:p>
            <a:pPr>
              <a:spcAft>
                <a:spcPts val="2000"/>
              </a:spcAft>
              <a:defRPr sz="2200"/>
            </a:pPr>
            <a:r>
              <a:t>• Potential challenges and risks</a:t>
            </a:r>
          </a:p>
          <a:p>
            <a:pPr>
              <a:spcAft>
                <a:spcPts val="2000"/>
              </a:spcAft>
              <a:defRPr sz="2200"/>
            </a:pPr>
            <a:r>
              <a:t>• Strategies for overcoming these challenges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492240"/>
            <a:ext cx="9144000" cy="365760"/>
          </a:xfrm>
          <a:prstGeom prst="octagon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